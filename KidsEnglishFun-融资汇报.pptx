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62250" y="869900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07668" y="1017538"/>
            <a:ext cx="27658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714750" y="869900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82641" y="1017538"/>
            <a:ext cx="23059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667250" y="869900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9197" y="979438"/>
            <a:ext cx="56911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619750" y="869900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21697" y="979438"/>
            <a:ext cx="569116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25939" y="2012900"/>
            <a:ext cx="429197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KidsEnglish Fun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925376" y="2822525"/>
            <a:ext cx="32930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3岁幼儿英语启蒙学习平台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22662" y="3730526"/>
            <a:ext cx="3698677" cy="542925"/>
          </a:xfrm>
          <a:prstGeom prst="roundRect">
            <a:avLst>
              <a:gd name="adj" fmla="val 7017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74295" y="3882926"/>
            <a:ext cx="29954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Funding Round ·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4125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6579" y="490389"/>
            <a:ext cx="7210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68301" y="381000"/>
            <a:ext cx="479642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Pain Points 市场痛点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1212800"/>
            <a:ext cx="4953149" cy="1276052"/>
          </a:xfrm>
          <a:prstGeom prst="roundRect">
            <a:avLst>
              <a:gd name="adj" fmla="val 14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6525" y="1212800"/>
            <a:ext cx="0" cy="1276052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9001" y="1466701"/>
            <a:ext cx="44759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Apps Too Complex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9001" y="1777752"/>
            <a:ext cx="44759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现有英语App操作复杂，3岁幼儿无法独立使用，需要家长全程陪同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2679353"/>
            <a:ext cx="4953149" cy="1047452"/>
          </a:xfrm>
          <a:prstGeom prst="roundRect">
            <a:avLst>
              <a:gd name="adj" fmla="val 181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6525" y="2679353"/>
            <a:ext cx="0" cy="1047452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001" y="2933254"/>
            <a:ext cx="44759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Not Age-Appropriate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9001" y="3244304"/>
            <a:ext cx="4475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内容设计偏大龄化，不适合学龄前不识字的幼儿认知特点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950" y="3917305"/>
            <a:ext cx="4953149" cy="1047452"/>
          </a:xfrm>
          <a:prstGeom prst="roundRect">
            <a:avLst>
              <a:gd name="adj" fmla="val 181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6525" y="3917305"/>
            <a:ext cx="0" cy="1047452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001" y="4171206"/>
            <a:ext cx="44759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Bilingual Support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9001" y="4482257"/>
            <a:ext cx="4475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缺乏中英双语语音支持，幼儿难以建立语言关联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42099" y="2253853"/>
            <a:ext cx="2793950" cy="1860352"/>
          </a:xfrm>
          <a:prstGeom prst="roundRect">
            <a:avLst>
              <a:gd name="adj" fmla="val 1024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37959" y="2571304"/>
            <a:ext cx="220223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37959" y="3196679"/>
            <a:ext cx="220223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parents want better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learning tools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toddlers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7026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9800" y="339477"/>
            <a:ext cx="194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41350" y="253901"/>
            <a:ext cx="4110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 我们的方案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81000" y="958751"/>
            <a:ext cx="2793802" cy="1177826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587401" y="1085701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16268" y="1204764"/>
            <a:ext cx="1232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2551" y="154290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Learning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2551" y="1723876"/>
            <a:ext cx="25906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点击即学，无需识字</a:t>
            </a:r>
            <a:endParaRPr lang="en-US" sz="900" dirty="0"/>
          </a:p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3岁幼儿可独立操作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01752" y="958751"/>
            <a:ext cx="2793802" cy="1177826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08153" y="1085701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18501" y="1204764"/>
            <a:ext cx="1601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03303" y="154290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Audio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03303" y="1723876"/>
            <a:ext cx="25906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中英双语语音播放</a:t>
            </a:r>
            <a:endParaRPr lang="en-US" sz="900" dirty="0"/>
          </a:p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建立语言关联记忆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1000" y="2263527"/>
            <a:ext cx="2793802" cy="1177826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87401" y="239047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24315" y="2509540"/>
            <a:ext cx="1070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2551" y="2847677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iPad Optimized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2551" y="3028652"/>
            <a:ext cx="25906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专为iPad触屏设计</a:t>
            </a:r>
            <a:endParaRPr lang="en-US" sz="900" dirty="0"/>
          </a:p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大按钮易于点击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01752" y="2263527"/>
            <a:ext cx="2793802" cy="1177826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08153" y="2390477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18501" y="2509540"/>
            <a:ext cx="1601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03303" y="2847677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Game-Based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03303" y="3028652"/>
            <a:ext cx="25906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游戏化学习体验</a:t>
            </a:r>
            <a:endParaRPr lang="en-US" sz="900" dirty="0"/>
          </a:p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激发学习兴趣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1000" y="3568303"/>
            <a:ext cx="2793802" cy="1177826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587401" y="3695254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705947" y="3814316"/>
            <a:ext cx="143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2551" y="4152454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First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551" y="4333429"/>
            <a:ext cx="25906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本地部署无需联网</a:t>
            </a:r>
            <a:endParaRPr lang="en-US" sz="900" dirty="0"/>
          </a:p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保护儿童隐私安全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01752" y="3568303"/>
            <a:ext cx="2793802" cy="1177826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508153" y="3695254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18501" y="3814316"/>
            <a:ext cx="1601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03303" y="4152454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Subscription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03303" y="4333429"/>
            <a:ext cx="25906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一次购买永久使用</a:t>
            </a:r>
            <a:endParaRPr lang="en-US" sz="900" dirty="0"/>
          </a:p>
          <a:p>
            <a:pPr algn="ctr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无广告无内购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7526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4369" y="529977"/>
            <a:ext cx="3285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1850" y="444401"/>
            <a:ext cx="465463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Modules 学习模块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71500" y="1212652"/>
            <a:ext cx="1447800" cy="13335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0194" y="1441252"/>
            <a:ext cx="10104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0194" y="1631752"/>
            <a:ext cx="10104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0194" y="1917502"/>
            <a:ext cx="10104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26个字母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配单词示例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09800" y="1212652"/>
            <a:ext cx="1447800" cy="13335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28494" y="1441252"/>
            <a:ext cx="10104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8494" y="1631752"/>
            <a:ext cx="10104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28494" y="1917502"/>
            <a:ext cx="10104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数字1-20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数量认知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8100" y="1212652"/>
            <a:ext cx="1447800" cy="13335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66794" y="1441252"/>
            <a:ext cx="10104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66794" y="1631752"/>
            <a:ext cx="10104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66794" y="1917502"/>
            <a:ext cx="10104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12种颜色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视觉记忆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1212652"/>
            <a:ext cx="1447800" cy="13335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05094" y="1441252"/>
            <a:ext cx="10104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05094" y="1631752"/>
            <a:ext cx="10104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05094" y="1917502"/>
            <a:ext cx="10104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30+动物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分类学习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24700" y="1212652"/>
            <a:ext cx="1447800" cy="13335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343394" y="1441252"/>
            <a:ext cx="10104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43394" y="1631752"/>
            <a:ext cx="101041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43394" y="1917502"/>
            <a:ext cx="10104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53种交通工具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11大分类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" y="2800052"/>
            <a:ext cx="1809750" cy="1006376"/>
          </a:xfrm>
          <a:prstGeom prst="roundRect">
            <a:avLst>
              <a:gd name="adj" fmla="val 15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7713" y="2990552"/>
            <a:ext cx="14573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47713" y="3463528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Items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35151" y="2800052"/>
            <a:ext cx="1809899" cy="1006376"/>
          </a:xfrm>
          <a:prstGeom prst="roundRect">
            <a:avLst>
              <a:gd name="adj" fmla="val 15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811362" y="2990552"/>
            <a:ext cx="145747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2811362" y="3463528"/>
            <a:ext cx="14574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98950" y="2800052"/>
            <a:ext cx="1809750" cy="1006376"/>
          </a:xfrm>
          <a:prstGeom prst="roundRect">
            <a:avLst>
              <a:gd name="adj" fmla="val 15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75163" y="2990552"/>
            <a:ext cx="14573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875163" y="3463528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Games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62601" y="2800052"/>
            <a:ext cx="1809899" cy="1006376"/>
          </a:xfrm>
          <a:prstGeom prst="roundRect">
            <a:avLst>
              <a:gd name="adj" fmla="val 1514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938812" y="2990552"/>
            <a:ext cx="145747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938812" y="3463528"/>
            <a:ext cx="14574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Audio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8676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4844" y="441127"/>
            <a:ext cx="2182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68301" y="355550"/>
            <a:ext cx="462837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技术架构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1187351"/>
            <a:ext cx="4572149" cy="812750"/>
          </a:xfrm>
          <a:prstGeom prst="roundRect">
            <a:avLst>
              <a:gd name="adj" fmla="val 187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6550" y="1339751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4302" y="1460302"/>
            <a:ext cx="2981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96901" y="1363563"/>
            <a:ext cx="28616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HTML5 + CSS3 + JavaScript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96901" y="1623864"/>
            <a:ext cx="28616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纯前端技术栈，无需后端服务器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2127052"/>
            <a:ext cx="4572149" cy="812750"/>
          </a:xfrm>
          <a:prstGeom prst="roundRect">
            <a:avLst>
              <a:gd name="adj" fmla="val 187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6550" y="2279452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3586" y="2380952"/>
            <a:ext cx="3201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96901" y="2303264"/>
            <a:ext cx="18517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96901" y="2563564"/>
            <a:ext cx="18517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原生语音合成，支持中英双语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950" y="3066752"/>
            <a:ext cx="4572149" cy="812750"/>
          </a:xfrm>
          <a:prstGeom prst="roundRect">
            <a:avLst>
              <a:gd name="adj" fmla="val 187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36550" y="3219152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85676" y="3320653"/>
            <a:ext cx="21389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96901" y="3242965"/>
            <a:ext cx="170947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96901" y="3503265"/>
            <a:ext cx="17094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自适应布局，完美适配iPad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950" y="4006453"/>
            <a:ext cx="4572149" cy="812750"/>
          </a:xfrm>
          <a:prstGeom prst="roundRect">
            <a:avLst>
              <a:gd name="adj" fmla="val 187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6550" y="4158853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76151" y="4260354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96901" y="4182666"/>
            <a:ext cx="21841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Twemoji Icons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96901" y="4442966"/>
            <a:ext cx="21841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Twitter开源emoji，跨平台一致显示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61099" y="1187351"/>
            <a:ext cx="3174950" cy="3318123"/>
          </a:xfrm>
          <a:prstGeom prst="roundRect">
            <a:avLst>
              <a:gd name="adj" fmla="val 600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778550" y="1504801"/>
            <a:ext cx="25908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Advantages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78550" y="1933426"/>
            <a:ext cx="2540050" cy="2127647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server cost - runs entirely in browser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after initial load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 store approval needed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compatible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update and maintain</a:t>
            </a:r>
            <a:endParaRPr lang="en-US" sz="1200" dirty="0"/>
          </a:p>
          <a:p>
            <a:pPr algn="l" marL="114300" indent="-114300">
              <a:lnSpc>
                <a:spcPts val="168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friendly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20576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6354" y="403027"/>
            <a:ext cx="3376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68301" y="317450"/>
            <a:ext cx="48964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 市场机会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1149251"/>
            <a:ext cx="4191149" cy="1206401"/>
          </a:xfrm>
          <a:prstGeom prst="roundRect">
            <a:avLst>
              <a:gd name="adj" fmla="val 12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8450" y="1339751"/>
            <a:ext cx="38863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$15.2B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98450" y="1749326"/>
            <a:ext cx="38863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Early Education Market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8450" y="1984177"/>
            <a:ext cx="38863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中国早教市场规模 (2025)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2482602"/>
            <a:ext cx="4191149" cy="1206401"/>
          </a:xfrm>
          <a:prstGeom prst="roundRect">
            <a:avLst>
              <a:gd name="adj" fmla="val 12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8450" y="2673102"/>
            <a:ext cx="38863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98450" y="3082677"/>
            <a:ext cx="38863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Newborns in China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8450" y="3317528"/>
            <a:ext cx="38863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中国每年新生儿数量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3815953"/>
            <a:ext cx="4191149" cy="1206401"/>
          </a:xfrm>
          <a:prstGeom prst="roundRect">
            <a:avLst>
              <a:gd name="adj" fmla="val 12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8450" y="4006453"/>
            <a:ext cx="38863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8450" y="4416028"/>
            <a:ext cx="388635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Growth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8450" y="4650879"/>
            <a:ext cx="38863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在线早教市场年复合增长率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80099" y="1149251"/>
            <a:ext cx="3555950" cy="3069282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70599" y="1339751"/>
            <a:ext cx="3238449" cy="377726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 目标用户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70599" y="1844427"/>
            <a:ext cx="444401" cy="444401"/>
          </a:xfrm>
          <a:prstGeom prst="roundRect">
            <a:avLst>
              <a:gd name="adj" fmla="val 5144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60343" y="1928515"/>
            <a:ext cx="27021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41950" y="1877764"/>
            <a:ext cx="15695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2-5 Year Old Children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41950" y="2074515"/>
            <a:ext cx="15695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学龄前幼儿，不识字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70599" y="2390329"/>
            <a:ext cx="444401" cy="444401"/>
          </a:xfrm>
          <a:prstGeom prst="roundRect">
            <a:avLst>
              <a:gd name="adj" fmla="val 5144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31619" y="2474416"/>
            <a:ext cx="32865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👨‍👩‍👧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41950" y="2423666"/>
            <a:ext cx="15722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Middle-Class Parents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41950" y="2620417"/>
            <a:ext cx="15722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重视英语启蒙教育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70599" y="2936230"/>
            <a:ext cx="444401" cy="444401"/>
          </a:xfrm>
          <a:prstGeom prst="roundRect">
            <a:avLst>
              <a:gd name="adj" fmla="val 5144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356771" y="3020318"/>
            <a:ext cx="27749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41950" y="2969568"/>
            <a:ext cx="11657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Kindergartens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41950" y="3166318"/>
            <a:ext cx="11657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幼儿园英语教学辅助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70599" y="3482132"/>
            <a:ext cx="444401" cy="444401"/>
          </a:xfrm>
          <a:prstGeom prst="roundRect">
            <a:avLst>
              <a:gd name="adj" fmla="val 5144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60343" y="3566220"/>
            <a:ext cx="27021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41950" y="3515469"/>
            <a:ext cx="13480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Overseas Chinese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41950" y="3712220"/>
            <a:ext cx="13480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海外华人家庭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320576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0664" y="403027"/>
            <a:ext cx="3011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04751" y="317450"/>
            <a:ext cx="431261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商业模式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44401" y="1022300"/>
            <a:ext cx="5143798" cy="996851"/>
          </a:xfrm>
          <a:prstGeom prst="roundRect">
            <a:avLst>
              <a:gd name="adj" fmla="val 15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1174700"/>
            <a:ext cx="406301" cy="406301"/>
          </a:xfrm>
          <a:prstGeom prst="roundRect">
            <a:avLst>
              <a:gd name="adj" fmla="val 25006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1468" y="1273076"/>
            <a:ext cx="950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8152" y="1273076"/>
            <a:ext cx="145110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Direct Sales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4901" y="1657201"/>
            <a:ext cx="48580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通过官网和应用商店直接销售给家长，一次付费永久使用，无订阅费用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4401" y="2146102"/>
            <a:ext cx="5143798" cy="996851"/>
          </a:xfrm>
          <a:prstGeom prst="roundRect">
            <a:avLst>
              <a:gd name="adj" fmla="val 15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4901" y="2298502"/>
            <a:ext cx="406301" cy="406301"/>
          </a:xfrm>
          <a:prstGeom prst="roundRect">
            <a:avLst>
              <a:gd name="adj" fmla="val 25006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1468" y="2396877"/>
            <a:ext cx="950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68152" y="2396877"/>
            <a:ext cx="17430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School License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4901" y="2781002"/>
            <a:ext cx="48580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向幼儿园和早教机构提供批量授权，按设备数量或学生数量收费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4401" y="3269903"/>
            <a:ext cx="5143798" cy="996851"/>
          </a:xfrm>
          <a:prstGeom prst="roundRect">
            <a:avLst>
              <a:gd name="adj" fmla="val 15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4901" y="3422303"/>
            <a:ext cx="406301" cy="406301"/>
          </a:xfrm>
          <a:prstGeom prst="roundRect">
            <a:avLst>
              <a:gd name="adj" fmla="val 25006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97272" y="3520678"/>
            <a:ext cx="831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68152" y="3520678"/>
            <a:ext cx="16519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Expansion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4901" y="3904804"/>
            <a:ext cx="48580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持续更新学习内容包：水果、食物、身体部位、日常用品等主题模块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05649" y="1022300"/>
            <a:ext cx="2793950" cy="4006007"/>
          </a:xfrm>
          <a:prstGeom prst="roundRect">
            <a:avLst>
              <a:gd name="adj" fmla="val 6818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01509" y="1339751"/>
            <a:ext cx="22022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Retail Price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01509" y="1676251"/>
            <a:ext cx="220223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¥98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201509" y="2263527"/>
            <a:ext cx="22022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purchase / 一次购买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23099" y="2717453"/>
            <a:ext cx="2159050" cy="1993404"/>
          </a:xfrm>
          <a:prstGeom prst="roundRect">
            <a:avLst>
              <a:gd name="adj" fmla="val 637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13599" y="2907953"/>
            <a:ext cx="18136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5 learning modules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13599" y="3199954"/>
            <a:ext cx="18136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150+ vocabulary items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13599" y="3491954"/>
            <a:ext cx="18136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Bilingual audio support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3599" y="3783955"/>
            <a:ext cx="18136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Lifetime free updates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13599" y="4075956"/>
            <a:ext cx="18136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ads, no in-app purchases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7526"/>
            <a:ext cx="507950" cy="507950"/>
          </a:xfrm>
          <a:prstGeom prst="roundRect">
            <a:avLst>
              <a:gd name="adj" fmla="val 25002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8450" y="529977"/>
            <a:ext cx="2591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🗓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31850" y="444401"/>
            <a:ext cx="558216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Roadmap 发展路线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71500" y="1339751"/>
            <a:ext cx="1857375" cy="337795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38100">
            <a:solidFill>
              <a:srgbClr val="667EEA"/>
            </a:solidFill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63501" y="2733229"/>
            <a:ext cx="1273373" cy="0"/>
          </a:xfrm>
          <a:prstGeom prst="line">
            <a:avLst/>
          </a:prstGeom>
          <a:noFill/>
          <a:ln w="1905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77987" y="1631752"/>
            <a:ext cx="444401" cy="444401"/>
          </a:xfrm>
          <a:prstGeom prst="roundRect">
            <a:avLst>
              <a:gd name="adj" fmla="val 5144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64059" y="178251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0767" y="2177653"/>
            <a:ext cx="12988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Complete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0767" y="2428429"/>
            <a:ext cx="12988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 · Current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3501" y="2933254"/>
            <a:ext cx="1273373" cy="200531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core learning modules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vehicles with images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speech synthesis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game mode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iPad responsive design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19375" y="1339751"/>
            <a:ext cx="1857375" cy="330175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873276" y="2895154"/>
            <a:ext cx="1349573" cy="0"/>
          </a:xfrm>
          <a:prstGeom prst="line">
            <a:avLst/>
          </a:prstGeom>
          <a:noFill/>
          <a:ln w="19050">
            <a:solidFill>
              <a:srgbClr val="EEE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5862" y="1593652"/>
            <a:ext cx="444401" cy="444401"/>
          </a:xfrm>
          <a:prstGeom prst="roundRect">
            <a:avLst>
              <a:gd name="adj" fmla="val 5144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11934" y="174441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59780" y="2139553"/>
            <a:ext cx="13765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Expansion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59780" y="2590354"/>
            <a:ext cx="13765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Q2-Q3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73276" y="3095179"/>
            <a:ext cx="1349573" cy="172610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5 new modules (fruits, food, body, clothes, daily items)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progress tracking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dashboard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recording for practice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7250" y="1339751"/>
            <a:ext cx="1857375" cy="330175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921151" y="2695129"/>
            <a:ext cx="1349573" cy="0"/>
          </a:xfrm>
          <a:prstGeom prst="line">
            <a:avLst/>
          </a:prstGeom>
          <a:noFill/>
          <a:ln w="190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73737" y="1593652"/>
            <a:ext cx="444401" cy="444401"/>
          </a:xfrm>
          <a:prstGeom prst="roundRect">
            <a:avLst>
              <a:gd name="adj" fmla="val 5144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559809" y="174441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07655" y="2139553"/>
            <a:ext cx="1376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Launch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07655" y="2390329"/>
            <a:ext cx="13765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21151" y="2895154"/>
            <a:ext cx="1349573" cy="154840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App Store launch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Play Store launch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campaign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partnership program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15125" y="1339751"/>
            <a:ext cx="1857375" cy="330175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969026" y="2695129"/>
            <a:ext cx="1349573" cy="0"/>
          </a:xfrm>
          <a:prstGeom prst="line">
            <a:avLst/>
          </a:prstGeom>
          <a:noFill/>
          <a:ln w="1905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1612" y="1593652"/>
            <a:ext cx="444401" cy="444401"/>
          </a:xfrm>
          <a:prstGeom prst="roundRect">
            <a:avLst>
              <a:gd name="adj" fmla="val 51440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607684" y="1744414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55530" y="2139553"/>
            <a:ext cx="13765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&amp; Expand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55530" y="2390329"/>
            <a:ext cx="13765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69026" y="2895154"/>
            <a:ext cx="1349573" cy="1726109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 paying users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school partnerships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language support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learning path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317450"/>
            <a:ext cx="829066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Ask 融资需求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6669" y="933301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Round · 天使轮融资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7950" y="1419076"/>
            <a:ext cx="4445347" cy="3593009"/>
          </a:xfrm>
          <a:prstGeom prst="roundRect">
            <a:avLst>
              <a:gd name="adj" fmla="val 53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2476" y="1672977"/>
            <a:ext cx="401629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3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¥500K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22476" y="2260253"/>
            <a:ext cx="40162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Target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1851" y="2650778"/>
            <a:ext cx="837902" cy="374452"/>
          </a:xfrm>
          <a:prstGeom prst="roundRect">
            <a:avLst>
              <a:gd name="adj" fmla="val 271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7003" y="2752279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52154" y="2723704"/>
            <a:ext cx="21598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Development 产品开发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1851" y="3177629"/>
            <a:ext cx="837902" cy="374452"/>
          </a:xfrm>
          <a:prstGeom prst="roundRect">
            <a:avLst>
              <a:gd name="adj" fmla="val 271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57003" y="3279130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52154" y="3250555"/>
            <a:ext cx="1900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Launch 市场推广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1851" y="3704481"/>
            <a:ext cx="837902" cy="374452"/>
          </a:xfrm>
          <a:prstGeom prst="roundRect">
            <a:avLst>
              <a:gd name="adj" fmla="val 271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003" y="3805982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52154" y="3777407"/>
            <a:ext cx="1840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Creation 内容制作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1851" y="4231332"/>
            <a:ext cx="837902" cy="374452"/>
          </a:xfrm>
          <a:prstGeom prst="roundRect">
            <a:avLst>
              <a:gd name="adj" fmla="val 27133"/>
            </a:avLst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57003" y="4332833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52154" y="4304258"/>
            <a:ext cx="14254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运营费用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34298" y="1419076"/>
            <a:ext cx="3301752" cy="3593009"/>
          </a:xfrm>
          <a:prstGeom prst="roundRect">
            <a:avLst>
              <a:gd name="adj" fmla="val 5770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60259" y="1672977"/>
            <a:ext cx="284982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Offer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88198" y="2063502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Equity: 10-15%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88198" y="2326928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股权比例可协商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88198" y="2717453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Seat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88198" y="2980879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董事会观察员席位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88198" y="3371404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Reports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88198" y="3634829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季度运营报告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88198" y="4025354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Pro-rata Rights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88198" y="4288780"/>
            <a:ext cx="28498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后续轮次优先投资权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89349" y="124123"/>
            <a:ext cx="698450" cy="698450"/>
          </a:xfrm>
          <a:prstGeom prst="roundRect">
            <a:avLst>
              <a:gd name="adj" fmla="val 27275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19884" y="268486"/>
            <a:ext cx="24197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78300" y="124123"/>
            <a:ext cx="698450" cy="698450"/>
          </a:xfrm>
          <a:prstGeom prst="roundRect">
            <a:avLst>
              <a:gd name="adj" fmla="val 27275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28629" y="268486"/>
            <a:ext cx="20174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667250" y="124123"/>
            <a:ext cx="698450" cy="698450"/>
          </a:xfrm>
          <a:prstGeom prst="roundRect">
            <a:avLst>
              <a:gd name="adj" fmla="val 27275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72323" y="239911"/>
            <a:ext cx="49807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556200" y="124123"/>
            <a:ext cx="698450" cy="698450"/>
          </a:xfrm>
          <a:prstGeom prst="roundRect">
            <a:avLst>
              <a:gd name="adj" fmla="val 27275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61273" y="239911"/>
            <a:ext cx="49807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48484" y="1076474"/>
            <a:ext cx="249597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017584" y="1790849"/>
            <a:ext cx="510868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 future of early English education together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4768" y="2346424"/>
            <a:ext cx="3814316" cy="2161877"/>
          </a:xfrm>
          <a:prstGeom prst="roundRect">
            <a:avLst>
              <a:gd name="adj" fmla="val 881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144734" y="2600325"/>
            <a:ext cx="28543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 联系我们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72718" y="3187601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71074" y="3273326"/>
            <a:ext cx="1841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83468" y="3273326"/>
            <a:ext cx="23103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contact@kidsenglishfun.com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37024" y="3721001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41906" y="3806726"/>
            <a:ext cx="1712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51062" y="3806726"/>
            <a:ext cx="1974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www.kidsenglishfun.com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28230" y="4762202"/>
            <a:ext cx="51891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invest in the next generation? 准备好投资下一代了吗？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KidsEnglish Fun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KidsEnglish Fun - 融资汇报</dc:title>
  <dc:subject>幼儿英语学习游戏 Pre-Seed融资汇报</dc:subject>
  <dc:creator>KidsEnglish Fun Team</dc:creator>
  <cp:lastModifiedBy>KidsEnglish Fun Team</cp:lastModifiedBy>
  <cp:revision>1</cp:revision>
  <dcterms:created xsi:type="dcterms:W3CDTF">2026-01-29T02:41:55Z</dcterms:created>
  <dcterms:modified xsi:type="dcterms:W3CDTF">2026-01-29T02:41:55Z</dcterms:modified>
</cp:coreProperties>
</file>